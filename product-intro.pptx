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 × 创作者工具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吧唧无料生成器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让每一位创作者，3分钟做出专业级吧唧设计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千岛小程序  ·  零门槛设计  ·  AI智能抠图  ·  多图层编辑</a:t>
            </a:r>
            <a:endParaRPr lang="en-US" sz="1100" dirty="0">
              <a:solidFill>
                <a:srgbClr val="9999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algn="ctr">
              <a:buClrTx/>
              <a:buSzTx/>
              <a:buFontTx/>
              <a:buNone/>
            </a:pPr>
            <a:r>
              <a:rPr lang="en-US" sz="11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制作人：李心蕾</a:t>
            </a:r>
            <a:endParaRPr lang="en-US" sz="1100" dirty="0">
              <a:solidFill>
                <a:srgbClr val="9999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产品介绍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市场洞察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背景与机会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二次元同人经济蓬勃发展，吧唧是最核心的无料/周边品类，市场缺乏专业工具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4.9亿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中国泛二次元用户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65176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37490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吧唧占同人周边首选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65176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46720" y="37490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专业吧唧设计工具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用户研究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技能门槛高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需要PS等专业软件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抠图调色排版需设计经验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大量创作者望而却步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574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流程耗时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手动抠图+找素材 = 2-3小时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调尺寸反复试错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多款式需重复劳动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348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素材难寻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边框素材质量参差不齐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可爱风装饰散落各处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版权问题模糊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4348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工具不适配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484632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通用工具不懂吧唧规格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无圆形预览+印刷标准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手机端体验差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产品定位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千岛生态内的一站式吧唧设计工具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无需下载安装 · 无需设计技能 · 无需离开千岛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7616952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</p:spPr>
      </p:sp>
      <p:sp>
        <p:nvSpPr>
          <p:cNvPr id="6" name="Text 4"/>
          <p:cNvSpPr/>
          <p:nvPr/>
        </p:nvSpPr>
        <p:spPr>
          <a:xfrm>
            <a:off x="2286000" y="2468880"/>
            <a:ext cx="7616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"打开即用，所见即所得"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291840"/>
            <a:ext cx="76169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在熟悉的社区环境中，完成从灵感到成品的全流程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千岛内打开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475488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选底图/边框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475488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上传·AI抠图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475488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叠加装饰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0" y="475488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75520" y="475488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475488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导出/下单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产品演示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简洁直观的操作界面，所见即所得的实时预览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-179705" y="6130925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主界面 — 实时圆形预览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13</a:t>
            </a:r>
            <a:endParaRPr lang="en-US" sz="9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883285"/>
            <a:ext cx="2497455" cy="56089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1597"/>
          <a:stretch>
            <a:fillRect/>
          </a:stretch>
        </p:blipFill>
        <p:spPr>
          <a:xfrm>
            <a:off x="7855585" y="693420"/>
            <a:ext cx="4045585" cy="29991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31520" y="187039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体验链接：</a:t>
            </a:r>
            <a:r>
              <a:rPr lang="en-US" altLang="zh-CN" sz="1600"/>
              <a:t>https://wuliaoshengchengqi.vercel.app/</a:t>
            </a:r>
            <a:endParaRPr lang="en-US" altLang="zh-CN" sz="1600"/>
          </a:p>
          <a:p>
            <a:pPr algn="l">
              <a:buClrTx/>
              <a:buSzTx/>
              <a:buFontTx/>
            </a:pPr>
            <a:r>
              <a:rPr 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注：海外网站，需挂梯子</a:t>
            </a:r>
            <a:endParaRPr lang="en-US" sz="1200" dirty="0">
              <a:solidFill>
                <a:srgbClr val="6B6B6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80" y="2503170"/>
            <a:ext cx="3973830" cy="35172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rcRect l="2669" t="20730" r="59298" b="22163"/>
          <a:stretch>
            <a:fillRect/>
          </a:stretch>
        </p:blipFill>
        <p:spPr>
          <a:xfrm>
            <a:off x="8378825" y="3658870"/>
            <a:ext cx="2408555" cy="2746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产品能力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丰富底图库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20+精选底图，支持自定义渐变色和上传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1945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多样化边框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SVG矢量+PNG图片边框，可自定义颜色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945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智能抠图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265176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本地端AI推理，一键去背景，隐私零泄露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装饰叠加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502920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预设+自定义素材，可选图层位置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4206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自由变换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502920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每层独立拖拽、双指缩放，精准调整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4206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5720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标准尺寸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5029200"/>
            <a:ext cx="2743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44/58/75mm行业规格，圆形预览，导出即印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纯前端·零后端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+ TypeScript + Vite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所有计算本地完成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图片永不上传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运营成本趋零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574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端侧AI推理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WebAssembly + ONNX Runtime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无网络延迟，离线可用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隐私零泄露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348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小程序适配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响应式全端适配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触屏手势原生支持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千岛WebView无缝嵌入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秒开无等待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4348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极致体验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4846320"/>
            <a:ext cx="43891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Canvas智能裁剪透明边距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多图层Transform引擎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实时圆形预览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3x高清导出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目标受众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用户画像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同人画手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作品做成吧唧送粉丝/出摊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20116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5603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追星/谷圈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31089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推图做应援吧唧，漫展交换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5603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新手创作者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31089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无PS技能，有创作热情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20116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5603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漫展摊主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31089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批量快速出多款设计稿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4754880"/>
            <a:ext cx="8531352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</p:spPr>
      </p:sp>
      <p:sp>
        <p:nvSpPr>
          <p:cNvPr id="17" name="Text 15"/>
          <p:cNvSpPr/>
          <p:nvPr/>
        </p:nvSpPr>
        <p:spPr>
          <a:xfrm>
            <a:off x="1828800" y="4754880"/>
            <a:ext cx="85313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核心共性：千岛活跃用户 · 有表达欲 · 愿为爱好付费 · 社交分享意愿强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生态价值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千岛协同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3891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提升停留时长和活跃度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创作工具→内容产出→互动闭环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差异化竞争壁垒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电商/印刷变现入口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03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用户价值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3891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不离开千岛完成全流程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社区内直接分享成果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发现他人设计灵感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未来可社区内交易/交换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50292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502920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社区看到美图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502920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50292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502920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打开小程序制作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502920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50292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502920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分享到动态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0" y="5029200"/>
            <a:ext cx="365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5029200"/>
            <a:ext cx="2194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502920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引发更多使用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增长策略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推广路径</a:t>
            </a:r>
            <a:endParaRPr lang="en-US" sz="2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31520" y="1737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1 · 冷启动</a:t>
            </a:r>
            <a:endParaRPr lang="en-US" sz="11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97280" y="2331720"/>
            <a:ext cx="4389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千岛站内Banner推荐位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邀请50位头部太太内测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使用教程短视频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「晒出第一个吧唧」活动</a:t>
            </a:r>
            <a:endParaRPr lang="en-US" sz="95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0" y="1737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583680" y="19202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2 · 增长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6583680" y="2331720"/>
            <a:ext cx="4389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作品水印→自然裂变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千岛话题挑战赛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小红书：教程笔记投放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B站：联动UP主测评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微博/LOFTER/抖音引流</a:t>
            </a:r>
            <a:endParaRPr lang="en-US" sz="95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731520" y="420624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097280" y="4389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3 · 留存</a:t>
            </a:r>
            <a:endParaRPr lang="en-US" sz="11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1097280" y="4800600"/>
            <a:ext cx="4389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每周更新主题素材包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创作者素材投稿计划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等级体系+专属素材解锁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社区内交换/赠送功能</a:t>
            </a:r>
            <a:endParaRPr lang="en-US" sz="95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6217920" y="420624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583680" y="4389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4 · 变现</a:t>
            </a:r>
            <a:endParaRPr lang="en-US" sz="11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6583680" y="4800600"/>
            <a:ext cx="4389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「一键购买」对接印厂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IP联名限定素材</a:t>
            </a:r>
            <a:endParaRPr lang="en-US" sz="9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创作者素材商店(抽成)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里程碑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 1 个月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累计用户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日活 500+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2860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 3 个月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274320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35661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累计用户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9319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日活 2,000+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2860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 6 个月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100,000+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046720" y="35661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累计用户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39319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月活 3万+ · 付费率 3%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5303520"/>
            <a:ext cx="7616952" cy="822960"/>
          </a:xfrm>
          <a:prstGeom prst="roundRect">
            <a:avLst>
              <a:gd name="adj" fmla="val 6667"/>
            </a:avLst>
          </a:prstGeom>
          <a:solidFill>
            <a:srgbClr val="1A1A1A"/>
          </a:solidFill>
        </p:spPr>
      </p:sp>
      <p:sp>
        <p:nvSpPr>
          <p:cNvPr id="20" name="Text 18"/>
          <p:cNvSpPr/>
          <p:nvPr/>
        </p:nvSpPr>
        <p:spPr>
          <a:xfrm>
            <a:off x="2286000" y="5303520"/>
            <a:ext cx="76169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设计完成率 &gt; 60%  ·  7日留存 &gt; 35%  ·  分享率 &gt; 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竞争分析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竞品对比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31520" y="1645920"/>
          <a:ext cx="1069848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本产品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Canva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美图秀秀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Photoshop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吧唧专用模板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圆形实时预览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手动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AI本地抠图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云端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云端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隐私保护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纯本地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上传云端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上传云端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学习成本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零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极高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千岛生态集成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手机操作体验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优秀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好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不可用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09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01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吧唧无料生成器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让创作没有门槛，让热爱触手可及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产品已上线 MVP  ·  纯前端零运维  ·  千岛生态独家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4846320"/>
            <a:ext cx="5788152" cy="128016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5029200"/>
            <a:ext cx="57881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期待与千岛团队深度合作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5486400"/>
            <a:ext cx="5788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共同打造二次元创作者最爱的工具生态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2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3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4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5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6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7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8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9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10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11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ags/tag12.xml><?xml version="1.0" encoding="utf-8"?>
<p:tagLst xmlns:p="http://schemas.openxmlformats.org/presentationml/2006/main">
  <p:tag name="KSO_WM_DIAGRAM_VIRTUALLY_FRAME" val="{&quot;height&quot;:367.2,&quot;left&quot;:57.6,&quot;top&quot;:136.8,&quot;width&quot;:83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1702</Words>
  <Application>WPS 演示</Application>
  <PresentationFormat>On-screen Show (16:9)</PresentationFormat>
  <Paragraphs>387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千岛·吧唧无料生成器</dc:creator>
  <dc:subject>产品介绍</dc:subject>
  <cp:lastModifiedBy>莲子_咸鱼翻身中</cp:lastModifiedBy>
  <cp:revision>4</cp:revision>
  <dcterms:created xsi:type="dcterms:W3CDTF">2026-05-08T15:29:00Z</dcterms:created>
  <dcterms:modified xsi:type="dcterms:W3CDTF">2026-05-08T16:05:30Z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CA7E6258C05F42708310C1B0783D476F_12</vt:lpwstr>
  </property>
</Properties>
</file>